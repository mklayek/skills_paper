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6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337" r:id="rId2"/>
    <p:sldId id="338" r:id="rId6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C00B0-1E3D-4959-9FF0-5E2512E0D3AF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2A047-FC14-47EC-9334-3AFCDE1EA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ameTitle"/>
          <p:cNvSpPr txBox="1"/>
          <p:nvPr/>
        </p:nvSpPr>
        <p:spPr>
          <a:xfrm>
            <a:off x="502920" y="822960"/>
            <a:ext cx="53949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{{METHOD}}</a:t>
            </a:r>
            <a:b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</a:b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Malgun Gothic"/>
                <a:cs typeface="Calibri"/>
              </a:rPr>
              <a:t>{{GROUP}}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D6E0F5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D6E0F5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E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D6E0F5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xploration Geophysics &amp; Design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D6E0F5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</a:b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D6E0F5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 (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D6E0F5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물리탐사 및 설계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D6E0F5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)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D6E0F5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  ·  Lecture {{LECTURE}}</a:t>
            </a: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srgbClr val="D6E0F5"/>
              </a:solidFill>
              <a:effectLst/>
              <a:uLnTx/>
              <a:uFillTx/>
              <a:latin typeface="Calibri"/>
              <a:ea typeface="Malgun Gothic"/>
              <a:cs typeface="Calibri"/>
            </a:endParaRPr>
          </a:p>
        </p:txBody>
      </p:sp>
      <p:sp>
        <p:nvSpPr>
          <p:cNvPr id="5" name="FrameAuthor"/>
          <p:cNvSpPr txBox="1"/>
          <p:nvPr/>
        </p:nvSpPr>
        <p:spPr>
          <a:xfrm>
            <a:off x="6400800" y="1339215"/>
            <a:ext cx="5288280" cy="2895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Dr. Mrinal Kanti Layek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Substitute Lecturer | </a:t>
            </a:r>
            <a:r>
              <a:rPr kumimoji="0" sz="1350" b="0" i="1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대체강사</a:t>
            </a:r>
            <a:endParaRPr kumimoji="0" sz="1350" b="0" i="1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/>
              <a:ea typeface="Malgun Gothic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Geophysics &amp; AI Lab,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</a:b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Department of Energy &amp; Resources Engineering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Chonnam National University, Gwangju,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</a:b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Republic of Korea [61186]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지구물리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 및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인공지능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연구실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,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에너지자원공학과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,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전남대학교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,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광주광역시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,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대한민국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 [61186]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✉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 layek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mk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@chonnam.ac.kr</a:t>
            </a:r>
          </a:p>
        </p:txBody>
      </p:sp>
      <p:sp>
        <p:nvSpPr>
          <p:cNvPr id="6" name="FrameCourse">
            <a:extLst>
              <a:ext uri="{FF2B5EF4-FFF2-40B4-BE49-F238E27FC236}">
                <a16:creationId xmlns:a16="http://schemas.microsoft.com/office/drawing/2014/main" id="{C2E5E0C6-F6DF-4748-AD0D-D38F5BCF9E8A}"/>
              </a:ext>
            </a:extLst>
          </p:cNvPr>
          <p:cNvSpPr/>
          <p:nvPr/>
        </p:nvSpPr>
        <p:spPr>
          <a:xfrm>
            <a:off x="6514038" y="4934068"/>
            <a:ext cx="5367367" cy="1323439"/>
          </a:xfrm>
          <a:prstGeom prst="rect">
            <a:avLst/>
          </a:prstGeom>
          <a:solidFill>
            <a:srgbClr val="70AD47"/>
          </a:solidFill>
          <a:ln w="38100"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학부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물리탐사및설계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(GSE2013)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(UG) Exploration Geophysics &amp; Design (GSE2013)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Tuesday @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공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B-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B212 :15:00 -17:45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Thursday @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공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B-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B212 :15:00 -16:15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TitleCorner">
            <a:extLst>
              <a:ext uri="{FF2B5EF4-FFF2-40B4-BE49-F238E27FC236}">
                <a16:creationId xmlns:a16="http://schemas.microsoft.com/office/drawing/2014/main" id="{48D753CB-39AC-4F16-986E-A6001189EC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736"/>
          <a:stretch/>
        </p:blipFill>
        <p:spPr>
          <a:xfrm>
            <a:off x="10187709" y="64321"/>
            <a:ext cx="1775691" cy="2304090"/>
          </a:xfrm>
          <a:prstGeom prst="rect">
            <a:avLst/>
          </a:prstGeom>
        </p:spPr>
      </p:pic>
      <p:pic>
        <p:nvPicPr>
          <p:cNvPr id="1026" name="TitleBook" descr="Applied Geophysics: Telford, W. M., Geldart, L. P., Sheriff, R. E.:  9780521339384: Amazon.com: Books">
            <a:extLst>
              <a:ext uri="{FF2B5EF4-FFF2-40B4-BE49-F238E27FC236}">
                <a16:creationId xmlns:a16="http://schemas.microsoft.com/office/drawing/2014/main" id="{AF938B3B-A77B-477B-9AA3-5F526E576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213" y="3213706"/>
            <a:ext cx="2442996" cy="3180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TitlePhoto" descr="Induced Polarization Imaging: A Geophysical Tool for the Identification of  Unmarked Graves">
            <a:extLst>
              <a:ext uri="{FF2B5EF4-FFF2-40B4-BE49-F238E27FC236}">
                <a16:creationId xmlns:a16="http://schemas.microsoft.com/office/drawing/2014/main" id="{11FD8989-DAC1-46E8-BEC2-4BD539E89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" y="3429000"/>
            <a:ext cx="3361747" cy="212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ThanksColl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43150"/>
            <a:ext cx="4023360" cy="2263140"/>
          </a:xfrm>
          <a:prstGeom prst="rect">
            <a:avLst/>
          </a:prstGeom>
        </p:spPr>
      </p:pic>
      <p:sp>
        <p:nvSpPr>
          <p:cNvPr id="4" name="FrameThanks"/>
          <p:cNvSpPr txBox="1"/>
          <p:nvPr/>
        </p:nvSpPr>
        <p:spPr>
          <a:xfrm>
            <a:off x="640080" y="1280160"/>
            <a:ext cx="6675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4800" b="1" i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Thank you!</a:t>
            </a:r>
          </a:p>
          <a:p>
            <a:pPr>
              <a:buNone/>
            </a:pPr>
            <a:r>
              <a:rPr sz="2200" b="0" i="1">
                <a:solidFill>
                  <a:srgbClr val="D6E0F5"/>
                </a:solidFill>
                <a:latin typeface="Calibri"/>
                <a:ea typeface="Malgun Gothic"/>
                <a:cs typeface="Calibri"/>
              </a:rPr>
              <a:t>Questions &amp; discussion</a:t>
            </a:r>
          </a:p>
        </p:txBody>
      </p:sp>
      <p:sp>
        <p:nvSpPr>
          <p:cNvPr id="5" name="FrameAuthor"/>
          <p:cNvSpPr txBox="1"/>
          <p:nvPr/>
        </p:nvSpPr>
        <p:spPr>
          <a:xfrm>
            <a:off x="640080" y="3063240"/>
            <a:ext cx="7098418" cy="17568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2400" b="1" i="0" dirty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Dr. Mrinal Kanti Layek</a:t>
            </a:r>
          </a:p>
          <a:p>
            <a:pPr>
              <a:spcBef>
                <a:spcPts val="800"/>
              </a:spcBef>
              <a:buNone/>
            </a:pPr>
            <a:r>
              <a:rPr sz="1350" b="0" i="1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Substitute Lecturer | </a:t>
            </a:r>
            <a:r>
              <a:rPr sz="1350" b="0" i="1" dirty="0" err="1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대체강사</a:t>
            </a:r>
            <a:endParaRPr sz="1350" b="0" i="1" dirty="0">
              <a:solidFill>
                <a:srgbClr val="E8EEF9"/>
              </a:solidFill>
              <a:latin typeface="Calibri"/>
              <a:ea typeface="Malgun Gothic"/>
              <a:cs typeface="Calibri"/>
            </a:endParaRPr>
          </a:p>
          <a:p>
            <a:pPr>
              <a:spcBef>
                <a:spcPts val="300"/>
              </a:spcBef>
              <a:buNone/>
            </a:pPr>
            <a:r>
              <a:rPr sz="1350" b="0" i="0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Geophysics &amp; AI Lab, Department of Energy &amp; Resources Engineering</a:t>
            </a:r>
          </a:p>
          <a:p>
            <a:pPr>
              <a:spcBef>
                <a:spcPts val="300"/>
              </a:spcBef>
              <a:buNone/>
            </a:pPr>
            <a:r>
              <a:rPr sz="1350" b="0" i="0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Chonnam National University, Gwangju, Republic of Korea [61186]</a:t>
            </a:r>
          </a:p>
          <a:p>
            <a:pPr>
              <a:spcBef>
                <a:spcPts val="300"/>
              </a:spcBef>
              <a:buNone/>
            </a:pPr>
            <a:r>
              <a:rPr sz="1350" b="0" i="0" dirty="0" err="1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지구물리</a:t>
            </a:r>
            <a:r>
              <a:rPr sz="1350" b="0" i="0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 및 </a:t>
            </a:r>
            <a:r>
              <a:rPr sz="1350" b="0" i="0" dirty="0" err="1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인공지능</a:t>
            </a:r>
            <a:r>
              <a:rPr sz="1350" b="0" i="0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350" b="0" i="0" dirty="0" err="1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연구실</a:t>
            </a:r>
            <a:r>
              <a:rPr sz="1350" b="0" i="0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, </a:t>
            </a:r>
            <a:r>
              <a:rPr sz="1350" b="0" i="0" dirty="0" err="1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에너지자원공학과</a:t>
            </a:r>
            <a:r>
              <a:rPr sz="1350" b="0" i="0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, </a:t>
            </a:r>
            <a:r>
              <a:rPr sz="1350" b="0" i="0" dirty="0" err="1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전남대학교</a:t>
            </a:r>
            <a:r>
              <a:rPr sz="1350" b="0" i="0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, </a:t>
            </a:r>
            <a:r>
              <a:rPr sz="1350" b="0" i="0" dirty="0" err="1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광주광역시</a:t>
            </a:r>
            <a:r>
              <a:rPr sz="1350" b="0" i="0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, </a:t>
            </a:r>
            <a:r>
              <a:rPr sz="1350" b="0" i="0" dirty="0" err="1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대한민국</a:t>
            </a:r>
            <a:r>
              <a:rPr sz="1350" b="0" i="0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 [61186]</a:t>
            </a:r>
          </a:p>
          <a:p>
            <a:pPr>
              <a:spcBef>
                <a:spcPts val="300"/>
              </a:spcBef>
              <a:buNone/>
            </a:pPr>
            <a:r>
              <a:rPr sz="1350" b="0" i="0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✉ layek</a:t>
            </a:r>
            <a:r>
              <a:rPr lang="en-US" sz="1350" b="0" i="0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mk</a:t>
            </a:r>
            <a:r>
              <a:rPr sz="1350" b="0" i="0" dirty="0">
                <a:solidFill>
                  <a:srgbClr val="E8EEF9"/>
                </a:solidFill>
                <a:latin typeface="Calibri"/>
                <a:ea typeface="Malgun Gothic"/>
                <a:cs typeface="Calibri"/>
              </a:rPr>
              <a:t>@chonnam.ac.kr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6761</Words>
  <Application>Microsoft Office PowerPoint</Application>
  <PresentationFormat>Widescreen</PresentationFormat>
  <Paragraphs>645</Paragraphs>
  <Slides>61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82" baseType="lpstr">
      <vt:lpstr>맑은 고딕</vt:lpstr>
      <vt:lpstr>맑은 고딕</vt:lpstr>
      <vt:lpstr>Arial</vt:lpstr>
      <vt:lpstr>Book Antiqua</vt:lpstr>
      <vt:lpstr>Bookman Old Style</vt:lpstr>
      <vt:lpstr>Calibri</vt:lpstr>
      <vt:lpstr>Cambria</vt:lpstr>
      <vt:lpstr>Cambria Math</vt:lpstr>
      <vt:lpstr>Comic Sans MS</vt:lpstr>
      <vt:lpstr>Copperplate Gothic Bold</vt:lpstr>
      <vt:lpstr>Copperplate Gothic Light</vt:lpstr>
      <vt:lpstr>Courier New</vt:lpstr>
      <vt:lpstr>Gabriola</vt:lpstr>
      <vt:lpstr>Georgia</vt:lpstr>
      <vt:lpstr>Gill Sans MT</vt:lpstr>
      <vt:lpstr>Rockwell</vt:lpstr>
      <vt:lpstr>Times New Roman</vt:lpstr>
      <vt:lpstr>Trebuchet MS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mklayek</cp:lastModifiedBy>
  <cp:revision>27</cp:revision>
  <dcterms:created xsi:type="dcterms:W3CDTF">2026-10-20T08:44:15Z</dcterms:created>
  <dcterms:modified xsi:type="dcterms:W3CDTF">2026-10-27T04:12:46Z</dcterms:modified>
</cp:coreProperties>
</file>